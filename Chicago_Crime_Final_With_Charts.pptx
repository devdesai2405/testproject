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5"/>
  </p:normalViewPr>
  <p:slideViewPr>
    <p:cSldViewPr snapToGrid="0" snapToObjects="1">
      <p:cViewPr varScale="1">
        <p:scale>
          <a:sx n="115" d="100"/>
          <a:sy n="115" d="100"/>
        </p:scale>
        <p:origin x="3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3310BA-CEB0-47C6-9E2F-2F5794DD72CB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4996396-0764-4B15-AF16-3A91D8DEDDBD}">
      <dgm:prSet/>
      <dgm:spPr/>
      <dgm:t>
        <a:bodyPr/>
        <a:lstStyle/>
        <a:p>
          <a:r>
            <a:rPr lang="en-US"/>
            <a:t>This project explores:</a:t>
          </a:r>
        </a:p>
      </dgm:t>
    </dgm:pt>
    <dgm:pt modelId="{B7361B39-F70E-49E5-BF30-D96A1FD7E4A8}" type="parTrans" cxnId="{1CB12A25-8946-487F-A1A7-E4EC63CBE4D9}">
      <dgm:prSet/>
      <dgm:spPr/>
      <dgm:t>
        <a:bodyPr/>
        <a:lstStyle/>
        <a:p>
          <a:endParaRPr lang="en-US"/>
        </a:p>
      </dgm:t>
    </dgm:pt>
    <dgm:pt modelId="{B6509E73-2B14-49CA-A25B-C949453EE404}" type="sibTrans" cxnId="{1CB12A25-8946-487F-A1A7-E4EC63CBE4D9}">
      <dgm:prSet/>
      <dgm:spPr/>
      <dgm:t>
        <a:bodyPr/>
        <a:lstStyle/>
        <a:p>
          <a:endParaRPr lang="en-US"/>
        </a:p>
      </dgm:t>
    </dgm:pt>
    <dgm:pt modelId="{17DF65E2-1F4D-40C4-887C-56FF6154AF30}">
      <dgm:prSet/>
      <dgm:spPr/>
      <dgm:t>
        <a:bodyPr/>
        <a:lstStyle/>
        <a:p>
          <a:r>
            <a:rPr lang="en-US"/>
            <a:t>• How did total crime change year to year?</a:t>
          </a:r>
        </a:p>
      </dgm:t>
    </dgm:pt>
    <dgm:pt modelId="{7CECC846-92C1-4A6A-81A5-FC2568CE5B94}" type="parTrans" cxnId="{881F4E8B-4A9E-480E-9B7C-7A71DFE1E8BA}">
      <dgm:prSet/>
      <dgm:spPr/>
      <dgm:t>
        <a:bodyPr/>
        <a:lstStyle/>
        <a:p>
          <a:endParaRPr lang="en-US"/>
        </a:p>
      </dgm:t>
    </dgm:pt>
    <dgm:pt modelId="{F536782A-DBBC-4640-8519-78ED879C3762}" type="sibTrans" cxnId="{881F4E8B-4A9E-480E-9B7C-7A71DFE1E8BA}">
      <dgm:prSet/>
      <dgm:spPr/>
      <dgm:t>
        <a:bodyPr/>
        <a:lstStyle/>
        <a:p>
          <a:endParaRPr lang="en-US"/>
        </a:p>
      </dgm:t>
    </dgm:pt>
    <dgm:pt modelId="{56FA48B9-F1E1-490A-8F12-33E9A7DE0682}">
      <dgm:prSet/>
      <dgm:spPr/>
      <dgm:t>
        <a:bodyPr/>
        <a:lstStyle/>
        <a:p>
          <a:r>
            <a:rPr lang="en-US"/>
            <a:t>• What are the most common crime types?</a:t>
          </a:r>
        </a:p>
      </dgm:t>
    </dgm:pt>
    <dgm:pt modelId="{F3EDC41C-C9A2-4260-94A3-CDA598BCC1FF}" type="parTrans" cxnId="{2E66CFFD-E152-4CC7-8DF0-60CFC25D625B}">
      <dgm:prSet/>
      <dgm:spPr/>
      <dgm:t>
        <a:bodyPr/>
        <a:lstStyle/>
        <a:p>
          <a:endParaRPr lang="en-US"/>
        </a:p>
      </dgm:t>
    </dgm:pt>
    <dgm:pt modelId="{CE04F89A-F513-4417-97C5-7E7B2D35491C}" type="sibTrans" cxnId="{2E66CFFD-E152-4CC7-8DF0-60CFC25D625B}">
      <dgm:prSet/>
      <dgm:spPr/>
      <dgm:t>
        <a:bodyPr/>
        <a:lstStyle/>
        <a:p>
          <a:endParaRPr lang="en-US"/>
        </a:p>
      </dgm:t>
    </dgm:pt>
    <dgm:pt modelId="{10590C5E-1306-463B-A6D3-2F60C79F4B46}">
      <dgm:prSet/>
      <dgm:spPr/>
      <dgm:t>
        <a:bodyPr/>
        <a:lstStyle/>
        <a:p>
          <a:r>
            <a:rPr lang="en-US"/>
            <a:t>• At what time of day do crimes occur most often?</a:t>
          </a:r>
        </a:p>
      </dgm:t>
    </dgm:pt>
    <dgm:pt modelId="{CC4CBC75-E0B6-44B2-A19A-F5C7964851A1}" type="parTrans" cxnId="{0AE55E3F-1331-406A-85C0-FEFC47C8A03F}">
      <dgm:prSet/>
      <dgm:spPr/>
      <dgm:t>
        <a:bodyPr/>
        <a:lstStyle/>
        <a:p>
          <a:endParaRPr lang="en-US"/>
        </a:p>
      </dgm:t>
    </dgm:pt>
    <dgm:pt modelId="{249A9B83-C60E-47DE-BF19-80417C45EEB1}" type="sibTrans" cxnId="{0AE55E3F-1331-406A-85C0-FEFC47C8A03F}">
      <dgm:prSet/>
      <dgm:spPr/>
      <dgm:t>
        <a:bodyPr/>
        <a:lstStyle/>
        <a:p>
          <a:endParaRPr lang="en-US"/>
        </a:p>
      </dgm:t>
    </dgm:pt>
    <dgm:pt modelId="{0E3D3D55-E507-403F-879B-7A11B4AEB45E}">
      <dgm:prSet/>
      <dgm:spPr/>
      <dgm:t>
        <a:bodyPr/>
        <a:lstStyle/>
        <a:p>
          <a:r>
            <a:rPr lang="en-US"/>
            <a:t>• How do crime levels vary by month?</a:t>
          </a:r>
        </a:p>
      </dgm:t>
    </dgm:pt>
    <dgm:pt modelId="{5CCD9966-84B9-494B-A711-17C008D28746}" type="parTrans" cxnId="{CE62E7AE-5CCC-415E-A2E8-B1ADFC76D168}">
      <dgm:prSet/>
      <dgm:spPr/>
      <dgm:t>
        <a:bodyPr/>
        <a:lstStyle/>
        <a:p>
          <a:endParaRPr lang="en-US"/>
        </a:p>
      </dgm:t>
    </dgm:pt>
    <dgm:pt modelId="{FAD9A583-49A3-4A76-B2CF-11B81A026ADC}" type="sibTrans" cxnId="{CE62E7AE-5CCC-415E-A2E8-B1ADFC76D168}">
      <dgm:prSet/>
      <dgm:spPr/>
      <dgm:t>
        <a:bodyPr/>
        <a:lstStyle/>
        <a:p>
          <a:endParaRPr lang="en-US"/>
        </a:p>
      </dgm:t>
    </dgm:pt>
    <dgm:pt modelId="{C9C24B3E-982E-4ABE-84EC-D44E039D270A}">
      <dgm:prSet/>
      <dgm:spPr/>
      <dgm:t>
        <a:bodyPr/>
        <a:lstStyle/>
        <a:p>
          <a:r>
            <a:rPr lang="en-US"/>
            <a:t>• What percentage of crimes result in arrests?</a:t>
          </a:r>
        </a:p>
      </dgm:t>
    </dgm:pt>
    <dgm:pt modelId="{2125EB70-899A-46CC-898D-13B1949403DC}" type="parTrans" cxnId="{82495134-BD97-48BD-A2C5-71CA542A859C}">
      <dgm:prSet/>
      <dgm:spPr/>
      <dgm:t>
        <a:bodyPr/>
        <a:lstStyle/>
        <a:p>
          <a:endParaRPr lang="en-US"/>
        </a:p>
      </dgm:t>
    </dgm:pt>
    <dgm:pt modelId="{208B5ED0-B9AF-42FA-B2B5-DAC8602C48A0}" type="sibTrans" cxnId="{82495134-BD97-48BD-A2C5-71CA542A859C}">
      <dgm:prSet/>
      <dgm:spPr/>
      <dgm:t>
        <a:bodyPr/>
        <a:lstStyle/>
        <a:p>
          <a:endParaRPr lang="en-US"/>
        </a:p>
      </dgm:t>
    </dgm:pt>
    <dgm:pt modelId="{3233C8FC-37B5-E643-8B45-17F494A03211}" type="pres">
      <dgm:prSet presAssocID="{9E3310BA-CEB0-47C6-9E2F-2F5794DD72CB}" presName="vert0" presStyleCnt="0">
        <dgm:presLayoutVars>
          <dgm:dir/>
          <dgm:animOne val="branch"/>
          <dgm:animLvl val="lvl"/>
        </dgm:presLayoutVars>
      </dgm:prSet>
      <dgm:spPr/>
    </dgm:pt>
    <dgm:pt modelId="{D6A5176A-81E1-0646-B9CB-C3DE7D3379EB}" type="pres">
      <dgm:prSet presAssocID="{D4996396-0764-4B15-AF16-3A91D8DEDDBD}" presName="thickLine" presStyleLbl="alignNode1" presStyleIdx="0" presStyleCnt="6"/>
      <dgm:spPr/>
    </dgm:pt>
    <dgm:pt modelId="{D2E8529D-FCD6-1D4F-9093-4C6E40248DC6}" type="pres">
      <dgm:prSet presAssocID="{D4996396-0764-4B15-AF16-3A91D8DEDDBD}" presName="horz1" presStyleCnt="0"/>
      <dgm:spPr/>
    </dgm:pt>
    <dgm:pt modelId="{F314A989-D7DF-5C40-A145-6A129B63B271}" type="pres">
      <dgm:prSet presAssocID="{D4996396-0764-4B15-AF16-3A91D8DEDDBD}" presName="tx1" presStyleLbl="revTx" presStyleIdx="0" presStyleCnt="6"/>
      <dgm:spPr/>
    </dgm:pt>
    <dgm:pt modelId="{E7F1D263-1FC4-0D4D-BE75-522F07BE4FF0}" type="pres">
      <dgm:prSet presAssocID="{D4996396-0764-4B15-AF16-3A91D8DEDDBD}" presName="vert1" presStyleCnt="0"/>
      <dgm:spPr/>
    </dgm:pt>
    <dgm:pt modelId="{DFA981B0-4ACB-FF41-8A3D-4835A278A713}" type="pres">
      <dgm:prSet presAssocID="{17DF65E2-1F4D-40C4-887C-56FF6154AF30}" presName="thickLine" presStyleLbl="alignNode1" presStyleIdx="1" presStyleCnt="6"/>
      <dgm:spPr/>
    </dgm:pt>
    <dgm:pt modelId="{84BE72DA-4A5E-1949-8274-90BE0716E975}" type="pres">
      <dgm:prSet presAssocID="{17DF65E2-1F4D-40C4-887C-56FF6154AF30}" presName="horz1" presStyleCnt="0"/>
      <dgm:spPr/>
    </dgm:pt>
    <dgm:pt modelId="{88CD1D40-D432-3C41-82D4-170AB287F7B3}" type="pres">
      <dgm:prSet presAssocID="{17DF65E2-1F4D-40C4-887C-56FF6154AF30}" presName="tx1" presStyleLbl="revTx" presStyleIdx="1" presStyleCnt="6"/>
      <dgm:spPr/>
    </dgm:pt>
    <dgm:pt modelId="{86B4D12A-BE00-A148-9B94-886946F8DAD6}" type="pres">
      <dgm:prSet presAssocID="{17DF65E2-1F4D-40C4-887C-56FF6154AF30}" presName="vert1" presStyleCnt="0"/>
      <dgm:spPr/>
    </dgm:pt>
    <dgm:pt modelId="{3D516622-C205-194C-AD57-CFAEB2163823}" type="pres">
      <dgm:prSet presAssocID="{56FA48B9-F1E1-490A-8F12-33E9A7DE0682}" presName="thickLine" presStyleLbl="alignNode1" presStyleIdx="2" presStyleCnt="6"/>
      <dgm:spPr/>
    </dgm:pt>
    <dgm:pt modelId="{AEA64867-0DC2-3E4C-8602-DF2FF543DBB7}" type="pres">
      <dgm:prSet presAssocID="{56FA48B9-F1E1-490A-8F12-33E9A7DE0682}" presName="horz1" presStyleCnt="0"/>
      <dgm:spPr/>
    </dgm:pt>
    <dgm:pt modelId="{8D25FFFB-5C56-5945-849E-889D7BA6BAB0}" type="pres">
      <dgm:prSet presAssocID="{56FA48B9-F1E1-490A-8F12-33E9A7DE0682}" presName="tx1" presStyleLbl="revTx" presStyleIdx="2" presStyleCnt="6"/>
      <dgm:spPr/>
    </dgm:pt>
    <dgm:pt modelId="{30C8E9A0-8475-AD41-9E35-CB43519C68CF}" type="pres">
      <dgm:prSet presAssocID="{56FA48B9-F1E1-490A-8F12-33E9A7DE0682}" presName="vert1" presStyleCnt="0"/>
      <dgm:spPr/>
    </dgm:pt>
    <dgm:pt modelId="{859FE720-C660-414A-8512-19A95EA97A08}" type="pres">
      <dgm:prSet presAssocID="{10590C5E-1306-463B-A6D3-2F60C79F4B46}" presName="thickLine" presStyleLbl="alignNode1" presStyleIdx="3" presStyleCnt="6"/>
      <dgm:spPr/>
    </dgm:pt>
    <dgm:pt modelId="{C021CAE8-6399-834C-9B32-AAC0A5C93C42}" type="pres">
      <dgm:prSet presAssocID="{10590C5E-1306-463B-A6D3-2F60C79F4B46}" presName="horz1" presStyleCnt="0"/>
      <dgm:spPr/>
    </dgm:pt>
    <dgm:pt modelId="{F435ADB4-7E81-5E47-A947-B3851C1B13FA}" type="pres">
      <dgm:prSet presAssocID="{10590C5E-1306-463B-A6D3-2F60C79F4B46}" presName="tx1" presStyleLbl="revTx" presStyleIdx="3" presStyleCnt="6"/>
      <dgm:spPr/>
    </dgm:pt>
    <dgm:pt modelId="{E9E78B1B-3102-5D44-B3E6-6A23A66190E4}" type="pres">
      <dgm:prSet presAssocID="{10590C5E-1306-463B-A6D3-2F60C79F4B46}" presName="vert1" presStyleCnt="0"/>
      <dgm:spPr/>
    </dgm:pt>
    <dgm:pt modelId="{FCFF662D-D128-774A-842B-F187A7A406A6}" type="pres">
      <dgm:prSet presAssocID="{0E3D3D55-E507-403F-879B-7A11B4AEB45E}" presName="thickLine" presStyleLbl="alignNode1" presStyleIdx="4" presStyleCnt="6"/>
      <dgm:spPr/>
    </dgm:pt>
    <dgm:pt modelId="{3FDC9061-8AB2-E749-930E-6998B20AE2DE}" type="pres">
      <dgm:prSet presAssocID="{0E3D3D55-E507-403F-879B-7A11B4AEB45E}" presName="horz1" presStyleCnt="0"/>
      <dgm:spPr/>
    </dgm:pt>
    <dgm:pt modelId="{99EECC67-D5B6-6F45-A635-ECD33DED5278}" type="pres">
      <dgm:prSet presAssocID="{0E3D3D55-E507-403F-879B-7A11B4AEB45E}" presName="tx1" presStyleLbl="revTx" presStyleIdx="4" presStyleCnt="6"/>
      <dgm:spPr/>
    </dgm:pt>
    <dgm:pt modelId="{8D466AE3-9F57-AA46-B4A8-9DE8AF64FA7C}" type="pres">
      <dgm:prSet presAssocID="{0E3D3D55-E507-403F-879B-7A11B4AEB45E}" presName="vert1" presStyleCnt="0"/>
      <dgm:spPr/>
    </dgm:pt>
    <dgm:pt modelId="{3DC8E4DD-8802-4C48-8211-62C81739B42B}" type="pres">
      <dgm:prSet presAssocID="{C9C24B3E-982E-4ABE-84EC-D44E039D270A}" presName="thickLine" presStyleLbl="alignNode1" presStyleIdx="5" presStyleCnt="6"/>
      <dgm:spPr/>
    </dgm:pt>
    <dgm:pt modelId="{807CEF90-401B-224E-9E51-4A1A8F1792BE}" type="pres">
      <dgm:prSet presAssocID="{C9C24B3E-982E-4ABE-84EC-D44E039D270A}" presName="horz1" presStyleCnt="0"/>
      <dgm:spPr/>
    </dgm:pt>
    <dgm:pt modelId="{A11EE9A6-F657-8441-BF40-93A760B4B144}" type="pres">
      <dgm:prSet presAssocID="{C9C24B3E-982E-4ABE-84EC-D44E039D270A}" presName="tx1" presStyleLbl="revTx" presStyleIdx="5" presStyleCnt="6"/>
      <dgm:spPr/>
    </dgm:pt>
    <dgm:pt modelId="{C5C36496-8965-144D-9807-428EBA2B39BF}" type="pres">
      <dgm:prSet presAssocID="{C9C24B3E-982E-4ABE-84EC-D44E039D270A}" presName="vert1" presStyleCnt="0"/>
      <dgm:spPr/>
    </dgm:pt>
  </dgm:ptLst>
  <dgm:cxnLst>
    <dgm:cxn modelId="{97A94524-F192-EE4E-B69E-6FC819EDAFEE}" type="presOf" srcId="{56FA48B9-F1E1-490A-8F12-33E9A7DE0682}" destId="{8D25FFFB-5C56-5945-849E-889D7BA6BAB0}" srcOrd="0" destOrd="0" presId="urn:microsoft.com/office/officeart/2008/layout/LinedList"/>
    <dgm:cxn modelId="{1CB12A25-8946-487F-A1A7-E4EC63CBE4D9}" srcId="{9E3310BA-CEB0-47C6-9E2F-2F5794DD72CB}" destId="{D4996396-0764-4B15-AF16-3A91D8DEDDBD}" srcOrd="0" destOrd="0" parTransId="{B7361B39-F70E-49E5-BF30-D96A1FD7E4A8}" sibTransId="{B6509E73-2B14-49CA-A25B-C949453EE404}"/>
    <dgm:cxn modelId="{D1D2FE2D-1140-684F-9902-51FE5E28F45E}" type="presOf" srcId="{C9C24B3E-982E-4ABE-84EC-D44E039D270A}" destId="{A11EE9A6-F657-8441-BF40-93A760B4B144}" srcOrd="0" destOrd="0" presId="urn:microsoft.com/office/officeart/2008/layout/LinedList"/>
    <dgm:cxn modelId="{82495134-BD97-48BD-A2C5-71CA542A859C}" srcId="{9E3310BA-CEB0-47C6-9E2F-2F5794DD72CB}" destId="{C9C24B3E-982E-4ABE-84EC-D44E039D270A}" srcOrd="5" destOrd="0" parTransId="{2125EB70-899A-46CC-898D-13B1949403DC}" sibTransId="{208B5ED0-B9AF-42FA-B2B5-DAC8602C48A0}"/>
    <dgm:cxn modelId="{0AE55E3F-1331-406A-85C0-FEFC47C8A03F}" srcId="{9E3310BA-CEB0-47C6-9E2F-2F5794DD72CB}" destId="{10590C5E-1306-463B-A6D3-2F60C79F4B46}" srcOrd="3" destOrd="0" parTransId="{CC4CBC75-E0B6-44B2-A19A-F5C7964851A1}" sibTransId="{249A9B83-C60E-47DE-BF19-80417C45EEB1}"/>
    <dgm:cxn modelId="{655EEE5E-D96B-924C-B65D-4ABCEADFDAE5}" type="presOf" srcId="{9E3310BA-CEB0-47C6-9E2F-2F5794DD72CB}" destId="{3233C8FC-37B5-E643-8B45-17F494A03211}" srcOrd="0" destOrd="0" presId="urn:microsoft.com/office/officeart/2008/layout/LinedList"/>
    <dgm:cxn modelId="{DA510E89-987C-F548-8700-F5C3E44F8CCC}" type="presOf" srcId="{0E3D3D55-E507-403F-879B-7A11B4AEB45E}" destId="{99EECC67-D5B6-6F45-A635-ECD33DED5278}" srcOrd="0" destOrd="0" presId="urn:microsoft.com/office/officeart/2008/layout/LinedList"/>
    <dgm:cxn modelId="{881F4E8B-4A9E-480E-9B7C-7A71DFE1E8BA}" srcId="{9E3310BA-CEB0-47C6-9E2F-2F5794DD72CB}" destId="{17DF65E2-1F4D-40C4-887C-56FF6154AF30}" srcOrd="1" destOrd="0" parTransId="{7CECC846-92C1-4A6A-81A5-FC2568CE5B94}" sibTransId="{F536782A-DBBC-4640-8519-78ED879C3762}"/>
    <dgm:cxn modelId="{CE62E7AE-5CCC-415E-A2E8-B1ADFC76D168}" srcId="{9E3310BA-CEB0-47C6-9E2F-2F5794DD72CB}" destId="{0E3D3D55-E507-403F-879B-7A11B4AEB45E}" srcOrd="4" destOrd="0" parTransId="{5CCD9966-84B9-494B-A711-17C008D28746}" sibTransId="{FAD9A583-49A3-4A76-B2CF-11B81A026ADC}"/>
    <dgm:cxn modelId="{3A680EB8-DF0D-AE47-AA07-9BA011234495}" type="presOf" srcId="{D4996396-0764-4B15-AF16-3A91D8DEDDBD}" destId="{F314A989-D7DF-5C40-A145-6A129B63B271}" srcOrd="0" destOrd="0" presId="urn:microsoft.com/office/officeart/2008/layout/LinedList"/>
    <dgm:cxn modelId="{F4C188C4-1045-FC41-83F4-8FD5F70CAD6D}" type="presOf" srcId="{17DF65E2-1F4D-40C4-887C-56FF6154AF30}" destId="{88CD1D40-D432-3C41-82D4-170AB287F7B3}" srcOrd="0" destOrd="0" presId="urn:microsoft.com/office/officeart/2008/layout/LinedList"/>
    <dgm:cxn modelId="{2E66CFFD-E152-4CC7-8DF0-60CFC25D625B}" srcId="{9E3310BA-CEB0-47C6-9E2F-2F5794DD72CB}" destId="{56FA48B9-F1E1-490A-8F12-33E9A7DE0682}" srcOrd="2" destOrd="0" parTransId="{F3EDC41C-C9A2-4260-94A3-CDA598BCC1FF}" sibTransId="{CE04F89A-F513-4417-97C5-7E7B2D35491C}"/>
    <dgm:cxn modelId="{FA07F7FE-DB00-AE40-824F-D043EE2D18CF}" type="presOf" srcId="{10590C5E-1306-463B-A6D3-2F60C79F4B46}" destId="{F435ADB4-7E81-5E47-A947-B3851C1B13FA}" srcOrd="0" destOrd="0" presId="urn:microsoft.com/office/officeart/2008/layout/LinedList"/>
    <dgm:cxn modelId="{335B1499-F722-BF41-9FC6-5E88C599BF68}" type="presParOf" srcId="{3233C8FC-37B5-E643-8B45-17F494A03211}" destId="{D6A5176A-81E1-0646-B9CB-C3DE7D3379EB}" srcOrd="0" destOrd="0" presId="urn:microsoft.com/office/officeart/2008/layout/LinedList"/>
    <dgm:cxn modelId="{845A9356-F4C7-DD4D-AE7C-80E67668EB09}" type="presParOf" srcId="{3233C8FC-37B5-E643-8B45-17F494A03211}" destId="{D2E8529D-FCD6-1D4F-9093-4C6E40248DC6}" srcOrd="1" destOrd="0" presId="urn:microsoft.com/office/officeart/2008/layout/LinedList"/>
    <dgm:cxn modelId="{55477EA8-8CBA-5D48-98E7-3A27D73C500E}" type="presParOf" srcId="{D2E8529D-FCD6-1D4F-9093-4C6E40248DC6}" destId="{F314A989-D7DF-5C40-A145-6A129B63B271}" srcOrd="0" destOrd="0" presId="urn:microsoft.com/office/officeart/2008/layout/LinedList"/>
    <dgm:cxn modelId="{F64A6253-34D2-7E46-8160-433533D78E4F}" type="presParOf" srcId="{D2E8529D-FCD6-1D4F-9093-4C6E40248DC6}" destId="{E7F1D263-1FC4-0D4D-BE75-522F07BE4FF0}" srcOrd="1" destOrd="0" presId="urn:microsoft.com/office/officeart/2008/layout/LinedList"/>
    <dgm:cxn modelId="{CD8B16E4-E4C1-5649-9824-C5BD1131A6AB}" type="presParOf" srcId="{3233C8FC-37B5-E643-8B45-17F494A03211}" destId="{DFA981B0-4ACB-FF41-8A3D-4835A278A713}" srcOrd="2" destOrd="0" presId="urn:microsoft.com/office/officeart/2008/layout/LinedList"/>
    <dgm:cxn modelId="{871EF455-D90A-6443-9CE7-063104BA3B26}" type="presParOf" srcId="{3233C8FC-37B5-E643-8B45-17F494A03211}" destId="{84BE72DA-4A5E-1949-8274-90BE0716E975}" srcOrd="3" destOrd="0" presId="urn:microsoft.com/office/officeart/2008/layout/LinedList"/>
    <dgm:cxn modelId="{FA710194-F29D-0747-9D80-016DD4011FAB}" type="presParOf" srcId="{84BE72DA-4A5E-1949-8274-90BE0716E975}" destId="{88CD1D40-D432-3C41-82D4-170AB287F7B3}" srcOrd="0" destOrd="0" presId="urn:microsoft.com/office/officeart/2008/layout/LinedList"/>
    <dgm:cxn modelId="{EBDA604A-2F80-1A43-A195-A896D3D9862A}" type="presParOf" srcId="{84BE72DA-4A5E-1949-8274-90BE0716E975}" destId="{86B4D12A-BE00-A148-9B94-886946F8DAD6}" srcOrd="1" destOrd="0" presId="urn:microsoft.com/office/officeart/2008/layout/LinedList"/>
    <dgm:cxn modelId="{C1462E71-8BD8-0244-98E9-5E74A4E8EF21}" type="presParOf" srcId="{3233C8FC-37B5-E643-8B45-17F494A03211}" destId="{3D516622-C205-194C-AD57-CFAEB2163823}" srcOrd="4" destOrd="0" presId="urn:microsoft.com/office/officeart/2008/layout/LinedList"/>
    <dgm:cxn modelId="{24FB4FFE-A399-1B4D-B9D9-C0229B3100AA}" type="presParOf" srcId="{3233C8FC-37B5-E643-8B45-17F494A03211}" destId="{AEA64867-0DC2-3E4C-8602-DF2FF543DBB7}" srcOrd="5" destOrd="0" presId="urn:microsoft.com/office/officeart/2008/layout/LinedList"/>
    <dgm:cxn modelId="{A17B816C-C89C-1140-883E-56C48C2E8B26}" type="presParOf" srcId="{AEA64867-0DC2-3E4C-8602-DF2FF543DBB7}" destId="{8D25FFFB-5C56-5945-849E-889D7BA6BAB0}" srcOrd="0" destOrd="0" presId="urn:microsoft.com/office/officeart/2008/layout/LinedList"/>
    <dgm:cxn modelId="{29F8A045-E8B9-6542-9505-FCAC4373C587}" type="presParOf" srcId="{AEA64867-0DC2-3E4C-8602-DF2FF543DBB7}" destId="{30C8E9A0-8475-AD41-9E35-CB43519C68CF}" srcOrd="1" destOrd="0" presId="urn:microsoft.com/office/officeart/2008/layout/LinedList"/>
    <dgm:cxn modelId="{E44A2277-91CB-2B4D-A74A-2EF194E5BE6E}" type="presParOf" srcId="{3233C8FC-37B5-E643-8B45-17F494A03211}" destId="{859FE720-C660-414A-8512-19A95EA97A08}" srcOrd="6" destOrd="0" presId="urn:microsoft.com/office/officeart/2008/layout/LinedList"/>
    <dgm:cxn modelId="{FA5B235A-AD55-7F4C-BEE4-33CB5F60706D}" type="presParOf" srcId="{3233C8FC-37B5-E643-8B45-17F494A03211}" destId="{C021CAE8-6399-834C-9B32-AAC0A5C93C42}" srcOrd="7" destOrd="0" presId="urn:microsoft.com/office/officeart/2008/layout/LinedList"/>
    <dgm:cxn modelId="{D1E4492F-7863-4B4A-BC9E-976E1F11A9BD}" type="presParOf" srcId="{C021CAE8-6399-834C-9B32-AAC0A5C93C42}" destId="{F435ADB4-7E81-5E47-A947-B3851C1B13FA}" srcOrd="0" destOrd="0" presId="urn:microsoft.com/office/officeart/2008/layout/LinedList"/>
    <dgm:cxn modelId="{8FF4046F-75F2-2848-9661-ED51A188B784}" type="presParOf" srcId="{C021CAE8-6399-834C-9B32-AAC0A5C93C42}" destId="{E9E78B1B-3102-5D44-B3E6-6A23A66190E4}" srcOrd="1" destOrd="0" presId="urn:microsoft.com/office/officeart/2008/layout/LinedList"/>
    <dgm:cxn modelId="{2BB3F695-7EF1-4448-9A76-186FFD0DA0EC}" type="presParOf" srcId="{3233C8FC-37B5-E643-8B45-17F494A03211}" destId="{FCFF662D-D128-774A-842B-F187A7A406A6}" srcOrd="8" destOrd="0" presId="urn:microsoft.com/office/officeart/2008/layout/LinedList"/>
    <dgm:cxn modelId="{43F2C406-04D5-244C-99E8-AECD3A960FC8}" type="presParOf" srcId="{3233C8FC-37B5-E643-8B45-17F494A03211}" destId="{3FDC9061-8AB2-E749-930E-6998B20AE2DE}" srcOrd="9" destOrd="0" presId="urn:microsoft.com/office/officeart/2008/layout/LinedList"/>
    <dgm:cxn modelId="{BFBAFB1B-D8B3-8C4A-97E4-FFBF04B8F3DF}" type="presParOf" srcId="{3FDC9061-8AB2-E749-930E-6998B20AE2DE}" destId="{99EECC67-D5B6-6F45-A635-ECD33DED5278}" srcOrd="0" destOrd="0" presId="urn:microsoft.com/office/officeart/2008/layout/LinedList"/>
    <dgm:cxn modelId="{5F7628FD-D37B-7443-93FC-E4515B02A74F}" type="presParOf" srcId="{3FDC9061-8AB2-E749-930E-6998B20AE2DE}" destId="{8D466AE3-9F57-AA46-B4A8-9DE8AF64FA7C}" srcOrd="1" destOrd="0" presId="urn:microsoft.com/office/officeart/2008/layout/LinedList"/>
    <dgm:cxn modelId="{DEB73341-911C-9D47-B5FF-61E6C34B8A87}" type="presParOf" srcId="{3233C8FC-37B5-E643-8B45-17F494A03211}" destId="{3DC8E4DD-8802-4C48-8211-62C81739B42B}" srcOrd="10" destOrd="0" presId="urn:microsoft.com/office/officeart/2008/layout/LinedList"/>
    <dgm:cxn modelId="{88837A31-E1C0-CC4E-8561-D370997DE833}" type="presParOf" srcId="{3233C8FC-37B5-E643-8B45-17F494A03211}" destId="{807CEF90-401B-224E-9E51-4A1A8F1792BE}" srcOrd="11" destOrd="0" presId="urn:microsoft.com/office/officeart/2008/layout/LinedList"/>
    <dgm:cxn modelId="{ECD9C724-10F6-6A42-A925-2D1A810A3951}" type="presParOf" srcId="{807CEF90-401B-224E-9E51-4A1A8F1792BE}" destId="{A11EE9A6-F657-8441-BF40-93A760B4B144}" srcOrd="0" destOrd="0" presId="urn:microsoft.com/office/officeart/2008/layout/LinedList"/>
    <dgm:cxn modelId="{45279EB9-0D25-6B47-A713-CFE037AFC92E}" type="presParOf" srcId="{807CEF90-401B-224E-9E51-4A1A8F1792BE}" destId="{C5C36496-8965-144D-9807-428EBA2B39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41E774-BCAC-45C7-923B-992ECFC3652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1A4482D-58C2-4551-AA82-961CA9C26830}">
      <dgm:prSet/>
      <dgm:spPr/>
      <dgm:t>
        <a:bodyPr/>
        <a:lstStyle/>
        <a:p>
          <a:r>
            <a:rPr lang="en-US"/>
            <a:t>GitHub Repository:</a:t>
          </a:r>
        </a:p>
      </dgm:t>
    </dgm:pt>
    <dgm:pt modelId="{3D6D7EC3-7589-4FC2-8833-93090AE03F35}" type="parTrans" cxnId="{6F8EDF6E-C9E2-4785-8E0E-3C05E0AB6E33}">
      <dgm:prSet/>
      <dgm:spPr/>
      <dgm:t>
        <a:bodyPr/>
        <a:lstStyle/>
        <a:p>
          <a:endParaRPr lang="en-US"/>
        </a:p>
      </dgm:t>
    </dgm:pt>
    <dgm:pt modelId="{EA7FADFD-EA24-4C1C-B9E0-021912631A3F}" type="sibTrans" cxnId="{6F8EDF6E-C9E2-4785-8E0E-3C05E0AB6E33}">
      <dgm:prSet/>
      <dgm:spPr/>
      <dgm:t>
        <a:bodyPr/>
        <a:lstStyle/>
        <a:p>
          <a:endParaRPr lang="en-US"/>
        </a:p>
      </dgm:t>
    </dgm:pt>
    <dgm:pt modelId="{4398EF0C-7339-4671-9540-D50BB170809E}">
      <dgm:prSet/>
      <dgm:spPr/>
      <dgm:t>
        <a:bodyPr/>
        <a:lstStyle/>
        <a:p>
          <a:r>
            <a:rPr lang="en-US"/>
            <a:t>[Insert your GitHub link here]</a:t>
          </a:r>
        </a:p>
      </dgm:t>
    </dgm:pt>
    <dgm:pt modelId="{B3CBDD89-B380-4B08-B682-AAD859EBEFD6}" type="parTrans" cxnId="{8469AEF9-8496-4AFA-9B4A-E15F3186884B}">
      <dgm:prSet/>
      <dgm:spPr/>
      <dgm:t>
        <a:bodyPr/>
        <a:lstStyle/>
        <a:p>
          <a:endParaRPr lang="en-US"/>
        </a:p>
      </dgm:t>
    </dgm:pt>
    <dgm:pt modelId="{850F30D9-CA61-48A8-9EBC-938A66CAB327}" type="sibTrans" cxnId="{8469AEF9-8496-4AFA-9B4A-E15F3186884B}">
      <dgm:prSet/>
      <dgm:spPr/>
      <dgm:t>
        <a:bodyPr/>
        <a:lstStyle/>
        <a:p>
          <a:endParaRPr lang="en-US"/>
        </a:p>
      </dgm:t>
    </dgm:pt>
    <dgm:pt modelId="{F162E654-3A48-4302-819D-79D1CB9023EF}">
      <dgm:prSet/>
      <dgm:spPr/>
      <dgm:t>
        <a:bodyPr/>
        <a:lstStyle/>
        <a:p>
          <a:r>
            <a:rPr lang="en-US"/>
            <a:t>Contents:</a:t>
          </a:r>
        </a:p>
      </dgm:t>
    </dgm:pt>
    <dgm:pt modelId="{38068F18-9194-4BE9-A432-6575A88F2230}" type="parTrans" cxnId="{4B4A8457-7203-41FB-9C3C-A7F696BE6995}">
      <dgm:prSet/>
      <dgm:spPr/>
      <dgm:t>
        <a:bodyPr/>
        <a:lstStyle/>
        <a:p>
          <a:endParaRPr lang="en-US"/>
        </a:p>
      </dgm:t>
    </dgm:pt>
    <dgm:pt modelId="{05C00763-A599-4E8C-99B5-DC3A3972F458}" type="sibTrans" cxnId="{4B4A8457-7203-41FB-9C3C-A7F696BE6995}">
      <dgm:prSet/>
      <dgm:spPr/>
      <dgm:t>
        <a:bodyPr/>
        <a:lstStyle/>
        <a:p>
          <a:endParaRPr lang="en-US"/>
        </a:p>
      </dgm:t>
    </dgm:pt>
    <dgm:pt modelId="{00E0F9F3-1F96-46EB-A1D1-92ACE24C49AF}">
      <dgm:prSet/>
      <dgm:spPr/>
      <dgm:t>
        <a:bodyPr/>
        <a:lstStyle/>
        <a:p>
          <a:r>
            <a:rPr lang="en-US"/>
            <a:t>• Jupyter Notebook (analysis and visualizations)</a:t>
          </a:r>
        </a:p>
      </dgm:t>
    </dgm:pt>
    <dgm:pt modelId="{77578831-FEE5-4C17-96DE-3E0D23722C01}" type="parTrans" cxnId="{08DFF557-0020-4313-BD14-548E60C86217}">
      <dgm:prSet/>
      <dgm:spPr/>
      <dgm:t>
        <a:bodyPr/>
        <a:lstStyle/>
        <a:p>
          <a:endParaRPr lang="en-US"/>
        </a:p>
      </dgm:t>
    </dgm:pt>
    <dgm:pt modelId="{28406AD8-4B28-460D-B8DF-CA7B83137E0B}" type="sibTrans" cxnId="{08DFF557-0020-4313-BD14-548E60C86217}">
      <dgm:prSet/>
      <dgm:spPr/>
      <dgm:t>
        <a:bodyPr/>
        <a:lstStyle/>
        <a:p>
          <a:endParaRPr lang="en-US"/>
        </a:p>
      </dgm:t>
    </dgm:pt>
    <dgm:pt modelId="{EECD58E5-155B-48E8-90E2-29C6F5860D25}">
      <dgm:prSet/>
      <dgm:spPr/>
      <dgm:t>
        <a:bodyPr/>
        <a:lstStyle/>
        <a:p>
          <a:r>
            <a:rPr lang="en-US"/>
            <a:t>• Dataset reference</a:t>
          </a:r>
        </a:p>
      </dgm:t>
    </dgm:pt>
    <dgm:pt modelId="{8C590FDB-E0C3-4D31-B2F7-978AAC0C3995}" type="parTrans" cxnId="{6D0AE287-1764-4E4C-B3B9-9B548A77DAB1}">
      <dgm:prSet/>
      <dgm:spPr/>
      <dgm:t>
        <a:bodyPr/>
        <a:lstStyle/>
        <a:p>
          <a:endParaRPr lang="en-US"/>
        </a:p>
      </dgm:t>
    </dgm:pt>
    <dgm:pt modelId="{2BA8E108-5D54-4920-BEAB-33D3B9BC73C8}" type="sibTrans" cxnId="{6D0AE287-1764-4E4C-B3B9-9B548A77DAB1}">
      <dgm:prSet/>
      <dgm:spPr/>
      <dgm:t>
        <a:bodyPr/>
        <a:lstStyle/>
        <a:p>
          <a:endParaRPr lang="en-US"/>
        </a:p>
      </dgm:t>
    </dgm:pt>
    <dgm:pt modelId="{088FC253-DBA9-45E9-A361-4292A5E068D8}">
      <dgm:prSet/>
      <dgm:spPr/>
      <dgm:t>
        <a:bodyPr/>
        <a:lstStyle/>
        <a:p>
          <a:r>
            <a:rPr lang="en-US"/>
            <a:t>• Presentation slides</a:t>
          </a:r>
        </a:p>
      </dgm:t>
    </dgm:pt>
    <dgm:pt modelId="{68496D93-CAD4-4436-BAE2-D27321ED6C77}" type="parTrans" cxnId="{5EE91879-30B9-482B-A907-24874FFDDF3E}">
      <dgm:prSet/>
      <dgm:spPr/>
      <dgm:t>
        <a:bodyPr/>
        <a:lstStyle/>
        <a:p>
          <a:endParaRPr lang="en-US"/>
        </a:p>
      </dgm:t>
    </dgm:pt>
    <dgm:pt modelId="{EF51F3E5-2992-4F5F-A4DC-5EAA2DDFCB30}" type="sibTrans" cxnId="{5EE91879-30B9-482B-A907-24874FFDDF3E}">
      <dgm:prSet/>
      <dgm:spPr/>
      <dgm:t>
        <a:bodyPr/>
        <a:lstStyle/>
        <a:p>
          <a:endParaRPr lang="en-US"/>
        </a:p>
      </dgm:t>
    </dgm:pt>
    <dgm:pt modelId="{954711F0-4C7A-454D-A624-CEF3BCB6B6DA}">
      <dgm:prSet/>
      <dgm:spPr/>
      <dgm:t>
        <a:bodyPr/>
        <a:lstStyle/>
        <a:p>
          <a:r>
            <a:rPr lang="en-US"/>
            <a:t>• README with project overview and findings</a:t>
          </a:r>
        </a:p>
      </dgm:t>
    </dgm:pt>
    <dgm:pt modelId="{9F88FC8D-2D57-4995-BC88-D167D284A03A}" type="parTrans" cxnId="{D710CABD-BE57-43D8-9B8D-C57A1516AB7B}">
      <dgm:prSet/>
      <dgm:spPr/>
      <dgm:t>
        <a:bodyPr/>
        <a:lstStyle/>
        <a:p>
          <a:endParaRPr lang="en-US"/>
        </a:p>
      </dgm:t>
    </dgm:pt>
    <dgm:pt modelId="{231C3FF1-116D-4C8D-89E6-F2A400004B72}" type="sibTrans" cxnId="{D710CABD-BE57-43D8-9B8D-C57A1516AB7B}">
      <dgm:prSet/>
      <dgm:spPr/>
      <dgm:t>
        <a:bodyPr/>
        <a:lstStyle/>
        <a:p>
          <a:endParaRPr lang="en-US"/>
        </a:p>
      </dgm:t>
    </dgm:pt>
    <dgm:pt modelId="{8B7D3206-E034-4770-9042-3795BC7E2B49}" type="pres">
      <dgm:prSet presAssocID="{3941E774-BCAC-45C7-923B-992ECFC36526}" presName="root" presStyleCnt="0">
        <dgm:presLayoutVars>
          <dgm:dir/>
          <dgm:resizeHandles val="exact"/>
        </dgm:presLayoutVars>
      </dgm:prSet>
      <dgm:spPr/>
    </dgm:pt>
    <dgm:pt modelId="{D238D9DE-6FC0-405E-8F0D-EBC0BD557A4B}" type="pres">
      <dgm:prSet presAssocID="{21A4482D-58C2-4551-AA82-961CA9C26830}" presName="compNode" presStyleCnt="0"/>
      <dgm:spPr/>
    </dgm:pt>
    <dgm:pt modelId="{7E101687-A01C-46E7-9F1E-48670B4181AB}" type="pres">
      <dgm:prSet presAssocID="{21A4482D-58C2-4551-AA82-961CA9C26830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9757D3F0-A19A-4C4C-AF2B-93CBA8AED52B}" type="pres">
      <dgm:prSet presAssocID="{21A4482D-58C2-4551-AA82-961CA9C26830}" presName="spaceRect" presStyleCnt="0"/>
      <dgm:spPr/>
    </dgm:pt>
    <dgm:pt modelId="{FDC93566-E357-4511-A676-68B4C1BB92F4}" type="pres">
      <dgm:prSet presAssocID="{21A4482D-58C2-4551-AA82-961CA9C26830}" presName="textRect" presStyleLbl="revTx" presStyleIdx="0" presStyleCnt="7">
        <dgm:presLayoutVars>
          <dgm:chMax val="1"/>
          <dgm:chPref val="1"/>
        </dgm:presLayoutVars>
      </dgm:prSet>
      <dgm:spPr/>
    </dgm:pt>
    <dgm:pt modelId="{862D4C0E-4F64-4647-8373-DA1A7D182060}" type="pres">
      <dgm:prSet presAssocID="{EA7FADFD-EA24-4C1C-B9E0-021912631A3F}" presName="sibTrans" presStyleCnt="0"/>
      <dgm:spPr/>
    </dgm:pt>
    <dgm:pt modelId="{8D3A21E1-79C4-44CB-97F9-9D8ABD3205E3}" type="pres">
      <dgm:prSet presAssocID="{4398EF0C-7339-4671-9540-D50BB170809E}" presName="compNode" presStyleCnt="0"/>
      <dgm:spPr/>
    </dgm:pt>
    <dgm:pt modelId="{04FD77DF-8573-4D2D-8109-79A588CFACF8}" type="pres">
      <dgm:prSet presAssocID="{4398EF0C-7339-4671-9540-D50BB170809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9802FCC8-8D53-4CD6-B578-0D859165434A}" type="pres">
      <dgm:prSet presAssocID="{4398EF0C-7339-4671-9540-D50BB170809E}" presName="spaceRect" presStyleCnt="0"/>
      <dgm:spPr/>
    </dgm:pt>
    <dgm:pt modelId="{6F55820C-D1F5-428C-AE4D-D92B1101A082}" type="pres">
      <dgm:prSet presAssocID="{4398EF0C-7339-4671-9540-D50BB170809E}" presName="textRect" presStyleLbl="revTx" presStyleIdx="1" presStyleCnt="7">
        <dgm:presLayoutVars>
          <dgm:chMax val="1"/>
          <dgm:chPref val="1"/>
        </dgm:presLayoutVars>
      </dgm:prSet>
      <dgm:spPr/>
    </dgm:pt>
    <dgm:pt modelId="{A69A1E8E-D72E-4769-9301-0924D0F25E58}" type="pres">
      <dgm:prSet presAssocID="{850F30D9-CA61-48A8-9EBC-938A66CAB327}" presName="sibTrans" presStyleCnt="0"/>
      <dgm:spPr/>
    </dgm:pt>
    <dgm:pt modelId="{E270D07B-419D-4644-8653-BECBE7EB6F0D}" type="pres">
      <dgm:prSet presAssocID="{F162E654-3A48-4302-819D-79D1CB9023EF}" presName="compNode" presStyleCnt="0"/>
      <dgm:spPr/>
    </dgm:pt>
    <dgm:pt modelId="{42D6C7C7-77A3-4777-8D8D-D9DE1932EBA3}" type="pres">
      <dgm:prSet presAssocID="{F162E654-3A48-4302-819D-79D1CB9023EF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17704268-01E7-4BFC-808B-A5157EE34BCC}" type="pres">
      <dgm:prSet presAssocID="{F162E654-3A48-4302-819D-79D1CB9023EF}" presName="spaceRect" presStyleCnt="0"/>
      <dgm:spPr/>
    </dgm:pt>
    <dgm:pt modelId="{3CDC3B74-7C74-4BE6-94A2-D1D1AE0034EB}" type="pres">
      <dgm:prSet presAssocID="{F162E654-3A48-4302-819D-79D1CB9023EF}" presName="textRect" presStyleLbl="revTx" presStyleIdx="2" presStyleCnt="7">
        <dgm:presLayoutVars>
          <dgm:chMax val="1"/>
          <dgm:chPref val="1"/>
        </dgm:presLayoutVars>
      </dgm:prSet>
      <dgm:spPr/>
    </dgm:pt>
    <dgm:pt modelId="{02FC1263-694B-4C8C-9080-A3CB996A2CC7}" type="pres">
      <dgm:prSet presAssocID="{05C00763-A599-4E8C-99B5-DC3A3972F458}" presName="sibTrans" presStyleCnt="0"/>
      <dgm:spPr/>
    </dgm:pt>
    <dgm:pt modelId="{C4FC46D5-25C5-4C84-A9D3-3DE03D107118}" type="pres">
      <dgm:prSet presAssocID="{00E0F9F3-1F96-46EB-A1D1-92ACE24C49AF}" presName="compNode" presStyleCnt="0"/>
      <dgm:spPr/>
    </dgm:pt>
    <dgm:pt modelId="{2A26D1F9-D495-4BCB-AED1-9B0CF9522220}" type="pres">
      <dgm:prSet presAssocID="{00E0F9F3-1F96-46EB-A1D1-92ACE24C49AF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9F92F7F-7E4A-4494-8A6E-0FCA80EC8F45}" type="pres">
      <dgm:prSet presAssocID="{00E0F9F3-1F96-46EB-A1D1-92ACE24C49AF}" presName="spaceRect" presStyleCnt="0"/>
      <dgm:spPr/>
    </dgm:pt>
    <dgm:pt modelId="{5E361C97-F9F1-48EC-ACC8-7E5F23169B74}" type="pres">
      <dgm:prSet presAssocID="{00E0F9F3-1F96-46EB-A1D1-92ACE24C49AF}" presName="textRect" presStyleLbl="revTx" presStyleIdx="3" presStyleCnt="7">
        <dgm:presLayoutVars>
          <dgm:chMax val="1"/>
          <dgm:chPref val="1"/>
        </dgm:presLayoutVars>
      </dgm:prSet>
      <dgm:spPr/>
    </dgm:pt>
    <dgm:pt modelId="{0266ECBE-4DB3-44A5-B864-27686D90EEF8}" type="pres">
      <dgm:prSet presAssocID="{28406AD8-4B28-460D-B8DF-CA7B83137E0B}" presName="sibTrans" presStyleCnt="0"/>
      <dgm:spPr/>
    </dgm:pt>
    <dgm:pt modelId="{143700DC-5112-400B-8DFF-74F4E2CA0ECB}" type="pres">
      <dgm:prSet presAssocID="{EECD58E5-155B-48E8-90E2-29C6F5860D25}" presName="compNode" presStyleCnt="0"/>
      <dgm:spPr/>
    </dgm:pt>
    <dgm:pt modelId="{8E968F8D-A4DE-4780-83B3-AAF0E2F6D167}" type="pres">
      <dgm:prSet presAssocID="{EECD58E5-155B-48E8-90E2-29C6F5860D25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9B06481-6315-4CBC-8469-2CE1D40D213D}" type="pres">
      <dgm:prSet presAssocID="{EECD58E5-155B-48E8-90E2-29C6F5860D25}" presName="spaceRect" presStyleCnt="0"/>
      <dgm:spPr/>
    </dgm:pt>
    <dgm:pt modelId="{DB9A27DD-5B86-4236-BCAF-707F339614BC}" type="pres">
      <dgm:prSet presAssocID="{EECD58E5-155B-48E8-90E2-29C6F5860D25}" presName="textRect" presStyleLbl="revTx" presStyleIdx="4" presStyleCnt="7">
        <dgm:presLayoutVars>
          <dgm:chMax val="1"/>
          <dgm:chPref val="1"/>
        </dgm:presLayoutVars>
      </dgm:prSet>
      <dgm:spPr/>
    </dgm:pt>
    <dgm:pt modelId="{8F005D9B-332F-469D-A561-AE85DC184BEF}" type="pres">
      <dgm:prSet presAssocID="{2BA8E108-5D54-4920-BEAB-33D3B9BC73C8}" presName="sibTrans" presStyleCnt="0"/>
      <dgm:spPr/>
    </dgm:pt>
    <dgm:pt modelId="{60B12FE1-7A86-486C-82D6-76453B8CE68C}" type="pres">
      <dgm:prSet presAssocID="{088FC253-DBA9-45E9-A361-4292A5E068D8}" presName="compNode" presStyleCnt="0"/>
      <dgm:spPr/>
    </dgm:pt>
    <dgm:pt modelId="{8579DF7B-2CD8-41C7-B321-B8B21A16D10F}" type="pres">
      <dgm:prSet presAssocID="{088FC253-DBA9-45E9-A361-4292A5E068D8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4A2B6B29-075E-49E1-B67B-AA20D7452327}" type="pres">
      <dgm:prSet presAssocID="{088FC253-DBA9-45E9-A361-4292A5E068D8}" presName="spaceRect" presStyleCnt="0"/>
      <dgm:spPr/>
    </dgm:pt>
    <dgm:pt modelId="{263E2F2C-5B20-4EA7-8768-0652D4181082}" type="pres">
      <dgm:prSet presAssocID="{088FC253-DBA9-45E9-A361-4292A5E068D8}" presName="textRect" presStyleLbl="revTx" presStyleIdx="5" presStyleCnt="7">
        <dgm:presLayoutVars>
          <dgm:chMax val="1"/>
          <dgm:chPref val="1"/>
        </dgm:presLayoutVars>
      </dgm:prSet>
      <dgm:spPr/>
    </dgm:pt>
    <dgm:pt modelId="{38242351-B8E1-4536-A308-939FAA3A7214}" type="pres">
      <dgm:prSet presAssocID="{EF51F3E5-2992-4F5F-A4DC-5EAA2DDFCB30}" presName="sibTrans" presStyleCnt="0"/>
      <dgm:spPr/>
    </dgm:pt>
    <dgm:pt modelId="{9EEB9A2D-E27F-4383-82D6-E842C7FF3D5F}" type="pres">
      <dgm:prSet presAssocID="{954711F0-4C7A-454D-A624-CEF3BCB6B6DA}" presName="compNode" presStyleCnt="0"/>
      <dgm:spPr/>
    </dgm:pt>
    <dgm:pt modelId="{8E2D4318-468A-46E6-8771-C6CBF8532885}" type="pres">
      <dgm:prSet presAssocID="{954711F0-4C7A-454D-A624-CEF3BCB6B6DA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26F2C1D8-5C21-4BDF-AC69-B97FE2A56774}" type="pres">
      <dgm:prSet presAssocID="{954711F0-4C7A-454D-A624-CEF3BCB6B6DA}" presName="spaceRect" presStyleCnt="0"/>
      <dgm:spPr/>
    </dgm:pt>
    <dgm:pt modelId="{A9AE343D-9F2B-4EA4-8064-5CB4DEB49BC1}" type="pres">
      <dgm:prSet presAssocID="{954711F0-4C7A-454D-A624-CEF3BCB6B6DA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69455913-4977-40EF-82F8-681486456028}" type="presOf" srcId="{4398EF0C-7339-4671-9540-D50BB170809E}" destId="{6F55820C-D1F5-428C-AE4D-D92B1101A082}" srcOrd="0" destOrd="0" presId="urn:microsoft.com/office/officeart/2018/2/layout/IconLabelList"/>
    <dgm:cxn modelId="{53F4FD1D-2894-49D4-94F6-8CF73C1F35DF}" type="presOf" srcId="{21A4482D-58C2-4551-AA82-961CA9C26830}" destId="{FDC93566-E357-4511-A676-68B4C1BB92F4}" srcOrd="0" destOrd="0" presId="urn:microsoft.com/office/officeart/2018/2/layout/IconLabelList"/>
    <dgm:cxn modelId="{3651FD27-29F3-4563-9D96-64831FBE0CA1}" type="presOf" srcId="{EECD58E5-155B-48E8-90E2-29C6F5860D25}" destId="{DB9A27DD-5B86-4236-BCAF-707F339614BC}" srcOrd="0" destOrd="0" presId="urn:microsoft.com/office/officeart/2018/2/layout/IconLabelList"/>
    <dgm:cxn modelId="{60C6644D-BE44-416B-BCB2-E44893F76FC6}" type="presOf" srcId="{3941E774-BCAC-45C7-923B-992ECFC36526}" destId="{8B7D3206-E034-4770-9042-3795BC7E2B49}" srcOrd="0" destOrd="0" presId="urn:microsoft.com/office/officeart/2018/2/layout/IconLabelList"/>
    <dgm:cxn modelId="{4B4A8457-7203-41FB-9C3C-A7F696BE6995}" srcId="{3941E774-BCAC-45C7-923B-992ECFC36526}" destId="{F162E654-3A48-4302-819D-79D1CB9023EF}" srcOrd="2" destOrd="0" parTransId="{38068F18-9194-4BE9-A432-6575A88F2230}" sibTransId="{05C00763-A599-4E8C-99B5-DC3A3972F458}"/>
    <dgm:cxn modelId="{08DFF557-0020-4313-BD14-548E60C86217}" srcId="{3941E774-BCAC-45C7-923B-992ECFC36526}" destId="{00E0F9F3-1F96-46EB-A1D1-92ACE24C49AF}" srcOrd="3" destOrd="0" parTransId="{77578831-FEE5-4C17-96DE-3E0D23722C01}" sibTransId="{28406AD8-4B28-460D-B8DF-CA7B83137E0B}"/>
    <dgm:cxn modelId="{DA868167-A989-498A-BA6A-A6F52C869EBF}" type="presOf" srcId="{088FC253-DBA9-45E9-A361-4292A5E068D8}" destId="{263E2F2C-5B20-4EA7-8768-0652D4181082}" srcOrd="0" destOrd="0" presId="urn:microsoft.com/office/officeart/2018/2/layout/IconLabelList"/>
    <dgm:cxn modelId="{6F8EDF6E-C9E2-4785-8E0E-3C05E0AB6E33}" srcId="{3941E774-BCAC-45C7-923B-992ECFC36526}" destId="{21A4482D-58C2-4551-AA82-961CA9C26830}" srcOrd="0" destOrd="0" parTransId="{3D6D7EC3-7589-4FC2-8833-93090AE03F35}" sibTransId="{EA7FADFD-EA24-4C1C-B9E0-021912631A3F}"/>
    <dgm:cxn modelId="{CAB3AB74-D3DB-453A-9907-63D6ECD6BEB9}" type="presOf" srcId="{954711F0-4C7A-454D-A624-CEF3BCB6B6DA}" destId="{A9AE343D-9F2B-4EA4-8064-5CB4DEB49BC1}" srcOrd="0" destOrd="0" presId="urn:microsoft.com/office/officeart/2018/2/layout/IconLabelList"/>
    <dgm:cxn modelId="{5EE91879-30B9-482B-A907-24874FFDDF3E}" srcId="{3941E774-BCAC-45C7-923B-992ECFC36526}" destId="{088FC253-DBA9-45E9-A361-4292A5E068D8}" srcOrd="5" destOrd="0" parTransId="{68496D93-CAD4-4436-BAE2-D27321ED6C77}" sibTransId="{EF51F3E5-2992-4F5F-A4DC-5EAA2DDFCB30}"/>
    <dgm:cxn modelId="{6D0AE287-1764-4E4C-B3B9-9B548A77DAB1}" srcId="{3941E774-BCAC-45C7-923B-992ECFC36526}" destId="{EECD58E5-155B-48E8-90E2-29C6F5860D25}" srcOrd="4" destOrd="0" parTransId="{8C590FDB-E0C3-4D31-B2F7-978AAC0C3995}" sibTransId="{2BA8E108-5D54-4920-BEAB-33D3B9BC73C8}"/>
    <dgm:cxn modelId="{4216618F-3FFA-4C79-9CAC-1F67A3EE2A0B}" type="presOf" srcId="{00E0F9F3-1F96-46EB-A1D1-92ACE24C49AF}" destId="{5E361C97-F9F1-48EC-ACC8-7E5F23169B74}" srcOrd="0" destOrd="0" presId="urn:microsoft.com/office/officeart/2018/2/layout/IconLabelList"/>
    <dgm:cxn modelId="{A24A0D9F-944A-4340-91FC-2D964B82B9BB}" type="presOf" srcId="{F162E654-3A48-4302-819D-79D1CB9023EF}" destId="{3CDC3B74-7C74-4BE6-94A2-D1D1AE0034EB}" srcOrd="0" destOrd="0" presId="urn:microsoft.com/office/officeart/2018/2/layout/IconLabelList"/>
    <dgm:cxn modelId="{D710CABD-BE57-43D8-9B8D-C57A1516AB7B}" srcId="{3941E774-BCAC-45C7-923B-992ECFC36526}" destId="{954711F0-4C7A-454D-A624-CEF3BCB6B6DA}" srcOrd="6" destOrd="0" parTransId="{9F88FC8D-2D57-4995-BC88-D167D284A03A}" sibTransId="{231C3FF1-116D-4C8D-89E6-F2A400004B72}"/>
    <dgm:cxn modelId="{8469AEF9-8496-4AFA-9B4A-E15F3186884B}" srcId="{3941E774-BCAC-45C7-923B-992ECFC36526}" destId="{4398EF0C-7339-4671-9540-D50BB170809E}" srcOrd="1" destOrd="0" parTransId="{B3CBDD89-B380-4B08-B682-AAD859EBEFD6}" sibTransId="{850F30D9-CA61-48A8-9EBC-938A66CAB327}"/>
    <dgm:cxn modelId="{E381B9A2-3F72-4E30-9923-6CD1F6340750}" type="presParOf" srcId="{8B7D3206-E034-4770-9042-3795BC7E2B49}" destId="{D238D9DE-6FC0-405E-8F0D-EBC0BD557A4B}" srcOrd="0" destOrd="0" presId="urn:microsoft.com/office/officeart/2018/2/layout/IconLabelList"/>
    <dgm:cxn modelId="{16B3737C-3EC8-46E2-8677-59903DD8BC43}" type="presParOf" srcId="{D238D9DE-6FC0-405E-8F0D-EBC0BD557A4B}" destId="{7E101687-A01C-46E7-9F1E-48670B4181AB}" srcOrd="0" destOrd="0" presId="urn:microsoft.com/office/officeart/2018/2/layout/IconLabelList"/>
    <dgm:cxn modelId="{15749004-EA23-4004-8230-3C81364174D9}" type="presParOf" srcId="{D238D9DE-6FC0-405E-8F0D-EBC0BD557A4B}" destId="{9757D3F0-A19A-4C4C-AF2B-93CBA8AED52B}" srcOrd="1" destOrd="0" presId="urn:microsoft.com/office/officeart/2018/2/layout/IconLabelList"/>
    <dgm:cxn modelId="{3CBA32EC-9579-4325-B4FC-27AB1E209EB2}" type="presParOf" srcId="{D238D9DE-6FC0-405E-8F0D-EBC0BD557A4B}" destId="{FDC93566-E357-4511-A676-68B4C1BB92F4}" srcOrd="2" destOrd="0" presId="urn:microsoft.com/office/officeart/2018/2/layout/IconLabelList"/>
    <dgm:cxn modelId="{53B293C4-84DF-4C8E-BA5A-765F2A337A83}" type="presParOf" srcId="{8B7D3206-E034-4770-9042-3795BC7E2B49}" destId="{862D4C0E-4F64-4647-8373-DA1A7D182060}" srcOrd="1" destOrd="0" presId="urn:microsoft.com/office/officeart/2018/2/layout/IconLabelList"/>
    <dgm:cxn modelId="{8FF1198D-BACD-411D-8882-0C98E6DF5154}" type="presParOf" srcId="{8B7D3206-E034-4770-9042-3795BC7E2B49}" destId="{8D3A21E1-79C4-44CB-97F9-9D8ABD3205E3}" srcOrd="2" destOrd="0" presId="urn:microsoft.com/office/officeart/2018/2/layout/IconLabelList"/>
    <dgm:cxn modelId="{6D1261F1-B1E8-4DFE-B308-79B92E988326}" type="presParOf" srcId="{8D3A21E1-79C4-44CB-97F9-9D8ABD3205E3}" destId="{04FD77DF-8573-4D2D-8109-79A588CFACF8}" srcOrd="0" destOrd="0" presId="urn:microsoft.com/office/officeart/2018/2/layout/IconLabelList"/>
    <dgm:cxn modelId="{81E07F78-102C-43E1-9B10-1BFB99506081}" type="presParOf" srcId="{8D3A21E1-79C4-44CB-97F9-9D8ABD3205E3}" destId="{9802FCC8-8D53-4CD6-B578-0D859165434A}" srcOrd="1" destOrd="0" presId="urn:microsoft.com/office/officeart/2018/2/layout/IconLabelList"/>
    <dgm:cxn modelId="{39C99A73-CC07-48C7-A8D4-51DAFF4638A6}" type="presParOf" srcId="{8D3A21E1-79C4-44CB-97F9-9D8ABD3205E3}" destId="{6F55820C-D1F5-428C-AE4D-D92B1101A082}" srcOrd="2" destOrd="0" presId="urn:microsoft.com/office/officeart/2018/2/layout/IconLabelList"/>
    <dgm:cxn modelId="{E0C3D693-59AD-4377-950F-BB20D2097D8E}" type="presParOf" srcId="{8B7D3206-E034-4770-9042-3795BC7E2B49}" destId="{A69A1E8E-D72E-4769-9301-0924D0F25E58}" srcOrd="3" destOrd="0" presId="urn:microsoft.com/office/officeart/2018/2/layout/IconLabelList"/>
    <dgm:cxn modelId="{E2636B74-62E1-40E2-89DF-5BB5DB8121AB}" type="presParOf" srcId="{8B7D3206-E034-4770-9042-3795BC7E2B49}" destId="{E270D07B-419D-4644-8653-BECBE7EB6F0D}" srcOrd="4" destOrd="0" presId="urn:microsoft.com/office/officeart/2018/2/layout/IconLabelList"/>
    <dgm:cxn modelId="{26812AE0-E030-4499-9A68-97143EE077DB}" type="presParOf" srcId="{E270D07B-419D-4644-8653-BECBE7EB6F0D}" destId="{42D6C7C7-77A3-4777-8D8D-D9DE1932EBA3}" srcOrd="0" destOrd="0" presId="urn:microsoft.com/office/officeart/2018/2/layout/IconLabelList"/>
    <dgm:cxn modelId="{265643AE-1950-416A-8DF8-C7E889639FF6}" type="presParOf" srcId="{E270D07B-419D-4644-8653-BECBE7EB6F0D}" destId="{17704268-01E7-4BFC-808B-A5157EE34BCC}" srcOrd="1" destOrd="0" presId="urn:microsoft.com/office/officeart/2018/2/layout/IconLabelList"/>
    <dgm:cxn modelId="{BFE2B3F8-A9D4-4FB8-88DC-2115C7FA7158}" type="presParOf" srcId="{E270D07B-419D-4644-8653-BECBE7EB6F0D}" destId="{3CDC3B74-7C74-4BE6-94A2-D1D1AE0034EB}" srcOrd="2" destOrd="0" presId="urn:microsoft.com/office/officeart/2018/2/layout/IconLabelList"/>
    <dgm:cxn modelId="{E8D4648E-4EAC-430F-A87C-D9B609B28063}" type="presParOf" srcId="{8B7D3206-E034-4770-9042-3795BC7E2B49}" destId="{02FC1263-694B-4C8C-9080-A3CB996A2CC7}" srcOrd="5" destOrd="0" presId="urn:microsoft.com/office/officeart/2018/2/layout/IconLabelList"/>
    <dgm:cxn modelId="{53A61FF5-D0F2-49D1-B4ED-5A7F69B90CE1}" type="presParOf" srcId="{8B7D3206-E034-4770-9042-3795BC7E2B49}" destId="{C4FC46D5-25C5-4C84-A9D3-3DE03D107118}" srcOrd="6" destOrd="0" presId="urn:microsoft.com/office/officeart/2018/2/layout/IconLabelList"/>
    <dgm:cxn modelId="{F506445C-C3CC-4A2B-BB99-7345477E542D}" type="presParOf" srcId="{C4FC46D5-25C5-4C84-A9D3-3DE03D107118}" destId="{2A26D1F9-D495-4BCB-AED1-9B0CF9522220}" srcOrd="0" destOrd="0" presId="urn:microsoft.com/office/officeart/2018/2/layout/IconLabelList"/>
    <dgm:cxn modelId="{17C5C831-2591-4B88-8380-F873BC80BB9A}" type="presParOf" srcId="{C4FC46D5-25C5-4C84-A9D3-3DE03D107118}" destId="{89F92F7F-7E4A-4494-8A6E-0FCA80EC8F45}" srcOrd="1" destOrd="0" presId="urn:microsoft.com/office/officeart/2018/2/layout/IconLabelList"/>
    <dgm:cxn modelId="{61B2E3C8-A3EA-4114-93DD-B4AC7009F5D2}" type="presParOf" srcId="{C4FC46D5-25C5-4C84-A9D3-3DE03D107118}" destId="{5E361C97-F9F1-48EC-ACC8-7E5F23169B74}" srcOrd="2" destOrd="0" presId="urn:microsoft.com/office/officeart/2018/2/layout/IconLabelList"/>
    <dgm:cxn modelId="{4DB68599-9D21-46AD-8223-19911C3D84EF}" type="presParOf" srcId="{8B7D3206-E034-4770-9042-3795BC7E2B49}" destId="{0266ECBE-4DB3-44A5-B864-27686D90EEF8}" srcOrd="7" destOrd="0" presId="urn:microsoft.com/office/officeart/2018/2/layout/IconLabelList"/>
    <dgm:cxn modelId="{70925EB9-6780-4D5B-BC33-2086F529278C}" type="presParOf" srcId="{8B7D3206-E034-4770-9042-3795BC7E2B49}" destId="{143700DC-5112-400B-8DFF-74F4E2CA0ECB}" srcOrd="8" destOrd="0" presId="urn:microsoft.com/office/officeart/2018/2/layout/IconLabelList"/>
    <dgm:cxn modelId="{3C140BE0-DC9E-4EB1-9E20-D0AD32896ED9}" type="presParOf" srcId="{143700DC-5112-400B-8DFF-74F4E2CA0ECB}" destId="{8E968F8D-A4DE-4780-83B3-AAF0E2F6D167}" srcOrd="0" destOrd="0" presId="urn:microsoft.com/office/officeart/2018/2/layout/IconLabelList"/>
    <dgm:cxn modelId="{39F6C92F-6EE0-42E4-A4AB-73C6D7364445}" type="presParOf" srcId="{143700DC-5112-400B-8DFF-74F4E2CA0ECB}" destId="{59B06481-6315-4CBC-8469-2CE1D40D213D}" srcOrd="1" destOrd="0" presId="urn:microsoft.com/office/officeart/2018/2/layout/IconLabelList"/>
    <dgm:cxn modelId="{62F987A7-6997-4ADD-BDD8-3C2C581976E0}" type="presParOf" srcId="{143700DC-5112-400B-8DFF-74F4E2CA0ECB}" destId="{DB9A27DD-5B86-4236-BCAF-707F339614BC}" srcOrd="2" destOrd="0" presId="urn:microsoft.com/office/officeart/2018/2/layout/IconLabelList"/>
    <dgm:cxn modelId="{979134DD-19E6-4A97-9018-D7BDDC15A3D3}" type="presParOf" srcId="{8B7D3206-E034-4770-9042-3795BC7E2B49}" destId="{8F005D9B-332F-469D-A561-AE85DC184BEF}" srcOrd="9" destOrd="0" presId="urn:microsoft.com/office/officeart/2018/2/layout/IconLabelList"/>
    <dgm:cxn modelId="{9A48D1A1-439E-4291-B2E7-F7CCC6AB729D}" type="presParOf" srcId="{8B7D3206-E034-4770-9042-3795BC7E2B49}" destId="{60B12FE1-7A86-486C-82D6-76453B8CE68C}" srcOrd="10" destOrd="0" presId="urn:microsoft.com/office/officeart/2018/2/layout/IconLabelList"/>
    <dgm:cxn modelId="{4E719329-F640-4283-BED6-676C2BCC9785}" type="presParOf" srcId="{60B12FE1-7A86-486C-82D6-76453B8CE68C}" destId="{8579DF7B-2CD8-41C7-B321-B8B21A16D10F}" srcOrd="0" destOrd="0" presId="urn:microsoft.com/office/officeart/2018/2/layout/IconLabelList"/>
    <dgm:cxn modelId="{49BAD1D9-C363-454C-B0FD-85419484B7B2}" type="presParOf" srcId="{60B12FE1-7A86-486C-82D6-76453B8CE68C}" destId="{4A2B6B29-075E-49E1-B67B-AA20D7452327}" srcOrd="1" destOrd="0" presId="urn:microsoft.com/office/officeart/2018/2/layout/IconLabelList"/>
    <dgm:cxn modelId="{7E7A274E-7CE9-4571-9E93-3B04F8C03830}" type="presParOf" srcId="{60B12FE1-7A86-486C-82D6-76453B8CE68C}" destId="{263E2F2C-5B20-4EA7-8768-0652D4181082}" srcOrd="2" destOrd="0" presId="urn:microsoft.com/office/officeart/2018/2/layout/IconLabelList"/>
    <dgm:cxn modelId="{7B410A6C-8A5C-4DDC-9B12-D5808B1DD506}" type="presParOf" srcId="{8B7D3206-E034-4770-9042-3795BC7E2B49}" destId="{38242351-B8E1-4536-A308-939FAA3A7214}" srcOrd="11" destOrd="0" presId="urn:microsoft.com/office/officeart/2018/2/layout/IconLabelList"/>
    <dgm:cxn modelId="{632EE94F-8828-43EA-B19E-92036C2C401D}" type="presParOf" srcId="{8B7D3206-E034-4770-9042-3795BC7E2B49}" destId="{9EEB9A2D-E27F-4383-82D6-E842C7FF3D5F}" srcOrd="12" destOrd="0" presId="urn:microsoft.com/office/officeart/2018/2/layout/IconLabelList"/>
    <dgm:cxn modelId="{7C0A6738-8457-418D-A201-8E228693F664}" type="presParOf" srcId="{9EEB9A2D-E27F-4383-82D6-E842C7FF3D5F}" destId="{8E2D4318-468A-46E6-8771-C6CBF8532885}" srcOrd="0" destOrd="0" presId="urn:microsoft.com/office/officeart/2018/2/layout/IconLabelList"/>
    <dgm:cxn modelId="{C797C2D4-0A05-4098-8237-D61DD608FBFA}" type="presParOf" srcId="{9EEB9A2D-E27F-4383-82D6-E842C7FF3D5F}" destId="{26F2C1D8-5C21-4BDF-AC69-B97FE2A56774}" srcOrd="1" destOrd="0" presId="urn:microsoft.com/office/officeart/2018/2/layout/IconLabelList"/>
    <dgm:cxn modelId="{6A5BE1AE-03B8-454D-A923-789B6BF105D4}" type="presParOf" srcId="{9EEB9A2D-E27F-4383-82D6-E842C7FF3D5F}" destId="{A9AE343D-9F2B-4EA4-8064-5CB4DEB49BC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A5176A-81E1-0646-B9CB-C3DE7D3379EB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4A989-D7DF-5C40-A145-6A129B63B271}">
      <dsp:nvSpPr>
        <dsp:cNvPr id="0" name=""/>
        <dsp:cNvSpPr/>
      </dsp:nvSpPr>
      <dsp:spPr>
        <a:xfrm>
          <a:off x="0" y="2703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project explores:</a:t>
          </a:r>
        </a:p>
      </dsp:txBody>
      <dsp:txXfrm>
        <a:off x="0" y="2703"/>
        <a:ext cx="5175384" cy="921789"/>
      </dsp:txXfrm>
    </dsp:sp>
    <dsp:sp modelId="{DFA981B0-4ACB-FF41-8A3D-4835A278A713}">
      <dsp:nvSpPr>
        <dsp:cNvPr id="0" name=""/>
        <dsp:cNvSpPr/>
      </dsp:nvSpPr>
      <dsp:spPr>
        <a:xfrm>
          <a:off x="0" y="92449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D1D40-D432-3C41-82D4-170AB287F7B3}">
      <dsp:nvSpPr>
        <dsp:cNvPr id="0" name=""/>
        <dsp:cNvSpPr/>
      </dsp:nvSpPr>
      <dsp:spPr>
        <a:xfrm>
          <a:off x="0" y="924492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How did total crime change year to year?</a:t>
          </a:r>
        </a:p>
      </dsp:txBody>
      <dsp:txXfrm>
        <a:off x="0" y="924492"/>
        <a:ext cx="5175384" cy="921789"/>
      </dsp:txXfrm>
    </dsp:sp>
    <dsp:sp modelId="{3D516622-C205-194C-AD57-CFAEB2163823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5FFFB-5C56-5945-849E-889D7BA6BAB0}">
      <dsp:nvSpPr>
        <dsp:cNvPr id="0" name=""/>
        <dsp:cNvSpPr/>
      </dsp:nvSpPr>
      <dsp:spPr>
        <a:xfrm>
          <a:off x="0" y="1846281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What are the most common crime types?</a:t>
          </a:r>
        </a:p>
      </dsp:txBody>
      <dsp:txXfrm>
        <a:off x="0" y="1846281"/>
        <a:ext cx="5175384" cy="921789"/>
      </dsp:txXfrm>
    </dsp:sp>
    <dsp:sp modelId="{859FE720-C660-414A-8512-19A95EA97A08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5ADB4-7E81-5E47-A947-B3851C1B13FA}">
      <dsp:nvSpPr>
        <dsp:cNvPr id="0" name=""/>
        <dsp:cNvSpPr/>
      </dsp:nvSpPr>
      <dsp:spPr>
        <a:xfrm>
          <a:off x="0" y="2768070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At what time of day do crimes occur most often?</a:t>
          </a:r>
        </a:p>
      </dsp:txBody>
      <dsp:txXfrm>
        <a:off x="0" y="2768070"/>
        <a:ext cx="5175384" cy="921789"/>
      </dsp:txXfrm>
    </dsp:sp>
    <dsp:sp modelId="{FCFF662D-D128-774A-842B-F187A7A406A6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ECC67-D5B6-6F45-A635-ECD33DED5278}">
      <dsp:nvSpPr>
        <dsp:cNvPr id="0" name=""/>
        <dsp:cNvSpPr/>
      </dsp:nvSpPr>
      <dsp:spPr>
        <a:xfrm>
          <a:off x="0" y="3689859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How do crime levels vary by month?</a:t>
          </a:r>
        </a:p>
      </dsp:txBody>
      <dsp:txXfrm>
        <a:off x="0" y="3689859"/>
        <a:ext cx="5175384" cy="921789"/>
      </dsp:txXfrm>
    </dsp:sp>
    <dsp:sp modelId="{3DC8E4DD-8802-4C48-8211-62C81739B42B}">
      <dsp:nvSpPr>
        <dsp:cNvPr id="0" name=""/>
        <dsp:cNvSpPr/>
      </dsp:nvSpPr>
      <dsp:spPr>
        <a:xfrm>
          <a:off x="0" y="461164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EE9A6-F657-8441-BF40-93A760B4B144}">
      <dsp:nvSpPr>
        <dsp:cNvPr id="0" name=""/>
        <dsp:cNvSpPr/>
      </dsp:nvSpPr>
      <dsp:spPr>
        <a:xfrm>
          <a:off x="0" y="4611648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What percentage of crimes result in arrests?</a:t>
          </a:r>
        </a:p>
      </dsp:txBody>
      <dsp:txXfrm>
        <a:off x="0" y="4611648"/>
        <a:ext cx="5175384" cy="9217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101687-A01C-46E7-9F1E-48670B4181AB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C93566-E357-4511-A676-68B4C1BB92F4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GitHub Repository:</a:t>
          </a:r>
        </a:p>
      </dsp:txBody>
      <dsp:txXfrm>
        <a:off x="729373" y="1314747"/>
        <a:ext cx="1488867" cy="595546"/>
      </dsp:txXfrm>
    </dsp:sp>
    <dsp:sp modelId="{04FD77DF-8573-4D2D-8109-79A588CFACF8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5820C-D1F5-428C-AE4D-D92B1101A082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[Insert your GitHub link here]</a:t>
          </a:r>
        </a:p>
      </dsp:txBody>
      <dsp:txXfrm>
        <a:off x="2478792" y="1314747"/>
        <a:ext cx="1488867" cy="595546"/>
      </dsp:txXfrm>
    </dsp:sp>
    <dsp:sp modelId="{42D6C7C7-77A3-4777-8D8D-D9DE1932EBA3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C3B74-7C74-4BE6-94A2-D1D1AE0034EB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Contents:</a:t>
          </a:r>
        </a:p>
      </dsp:txBody>
      <dsp:txXfrm>
        <a:off x="4228211" y="1314747"/>
        <a:ext cx="1488867" cy="595546"/>
      </dsp:txXfrm>
    </dsp:sp>
    <dsp:sp modelId="{2A26D1F9-D495-4BCB-AED1-9B0CF9522220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61C97-F9F1-48EC-ACC8-7E5F23169B74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Jupyter Notebook (analysis and visualizations)</a:t>
          </a:r>
        </a:p>
      </dsp:txBody>
      <dsp:txXfrm>
        <a:off x="5977630" y="1314747"/>
        <a:ext cx="1488867" cy="595546"/>
      </dsp:txXfrm>
    </dsp:sp>
    <dsp:sp modelId="{8E968F8D-A4DE-4780-83B3-AAF0E2F6D167}">
      <dsp:nvSpPr>
        <dsp:cNvPr id="0" name=""/>
        <dsp:cNvSpPr/>
      </dsp:nvSpPr>
      <dsp:spPr>
        <a:xfrm>
          <a:off x="2013521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A27DD-5B86-4236-BCAF-707F339614BC}">
      <dsp:nvSpPr>
        <dsp:cNvPr id="0" name=""/>
        <dsp:cNvSpPr/>
      </dsp:nvSpPr>
      <dsp:spPr>
        <a:xfrm>
          <a:off x="1604082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Dataset reference</a:t>
          </a:r>
        </a:p>
      </dsp:txBody>
      <dsp:txXfrm>
        <a:off x="1604082" y="3204069"/>
        <a:ext cx="1488867" cy="595546"/>
      </dsp:txXfrm>
    </dsp:sp>
    <dsp:sp modelId="{8579DF7B-2CD8-41C7-B321-B8B21A16D10F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E2F2C-5B20-4EA7-8768-0652D4181082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Presentation slides</a:t>
          </a:r>
        </a:p>
      </dsp:txBody>
      <dsp:txXfrm>
        <a:off x="3353501" y="3204069"/>
        <a:ext cx="1488867" cy="595546"/>
      </dsp:txXfrm>
    </dsp:sp>
    <dsp:sp modelId="{8E2D4318-468A-46E6-8771-C6CBF8532885}">
      <dsp:nvSpPr>
        <dsp:cNvPr id="0" name=""/>
        <dsp:cNvSpPr/>
      </dsp:nvSpPr>
      <dsp:spPr>
        <a:xfrm>
          <a:off x="5512359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E343D-9F2B-4EA4-8064-5CB4DEB49BC1}">
      <dsp:nvSpPr>
        <dsp:cNvPr id="0" name=""/>
        <dsp:cNvSpPr/>
      </dsp:nvSpPr>
      <dsp:spPr>
        <a:xfrm>
          <a:off x="5102920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README with project overview and findings</a:t>
          </a:r>
        </a:p>
      </dsp:txBody>
      <dsp:txXfrm>
        <a:off x="5102920" y="3204069"/>
        <a:ext cx="1488867" cy="595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icago cityscape against sky">
            <a:extLst>
              <a:ext uri="{FF2B5EF4-FFF2-40B4-BE49-F238E27FC236}">
                <a16:creationId xmlns:a16="http://schemas.microsoft.com/office/drawing/2014/main" id="{44A3E213-B70F-3FD1-5FF5-7E75B7C158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80" r="-1" b="-1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620"/>
            <a:ext cx="4174944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08502" y="1500874"/>
            <a:ext cx="6887365" cy="387035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48"/>
            <a:ext cx="1559634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80082" y="3068761"/>
            <a:ext cx="3378495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580917" y="-6485"/>
            <a:ext cx="257037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38276" y="464574"/>
            <a:ext cx="3682024" cy="9158579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7639"/>
            <a:ext cx="3659866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2155188"/>
            <a:ext cx="3120174" cy="2839273"/>
          </a:xfrm>
        </p:spPr>
        <p:txBody>
          <a:bodyPr>
            <a:normAutofit/>
          </a:bodyPr>
          <a:lstStyle/>
          <a:p>
            <a:pPr algn="l">
              <a:defRPr sz="4400">
                <a:solidFill>
                  <a:srgbClr val="19379B"/>
                </a:solidFill>
              </a:defRPr>
            </a:pPr>
            <a:r>
              <a:rPr lang="en-US" sz="3500">
                <a:solidFill>
                  <a:srgbClr val="FFFFFF"/>
                </a:solidFill>
              </a:rPr>
              <a:t>Chicago Crime (2015–2020)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5166367"/>
            <a:ext cx="3120174" cy="85099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defRPr sz="2200"/>
            </a:pPr>
            <a:r>
              <a:rPr lang="en-US" sz="1700">
                <a:solidFill>
                  <a:srgbClr val="FFFFFF"/>
                </a:solidFill>
              </a:rPr>
              <a:t>IS-2053-001 | Dev Desai &amp; Ziyad Rashid</a:t>
            </a:r>
          </a:p>
          <a:p>
            <a:pPr algn="l"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Professor: Dorde Klisura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C8283C"/>
                </a:solidFill>
              </a:defRPr>
            </a:pPr>
            <a:r>
              <a:rPr lang="en-US" sz="360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• Source: Kaggle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• Contains detailed crime incident reports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• Key columns: date, </a:t>
            </a:r>
            <a:r>
              <a:rPr lang="en-US" sz="2200" dirty="0" err="1"/>
              <a:t>primary_type</a:t>
            </a:r>
            <a:r>
              <a:rPr lang="en-US" sz="2200" dirty="0"/>
              <a:t>, arrest, latitude, longitude, description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• Time period: 2015–2020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 lang="en-US" sz="2200" dirty="0"/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Why this dataset?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• Large real-world dataset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• Ideal for discovering meaningful crime patterns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2200" dirty="0"/>
              <a:t>• Helps support public safety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C8283C"/>
                </a:solidFill>
              </a:defRPr>
            </a:pPr>
            <a:r>
              <a:rPr lang="en-US" sz="3600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lang="en-US" sz="2200"/>
              <a:t>Chicago reports thousands of crimes every year.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 lang="en-US" sz="2200"/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US" sz="2200"/>
              <a:t>City officials want to: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2200"/>
              <a:t>• Understand crime trends over time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2200"/>
              <a:t>• Identify locations with high crime activity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2200"/>
              <a:t>• Recognize time-of-day crime patterns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2200"/>
              <a:t>• Improve safety planning and resource allocation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 lang="en-US" sz="2200"/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US" sz="2200"/>
              <a:t>Main Question: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US" sz="2200"/>
              <a:t>“How did crime change from 2015–2020, and what patterns can help improve public safety?”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pPr>
              <a:defRPr sz="3600">
                <a:solidFill>
                  <a:srgbClr val="C8283C"/>
                </a:solidFill>
              </a:defRPr>
            </a:pPr>
            <a:r>
              <a:rPr lang="en-US" sz="4300"/>
              <a:t>Key Research Questions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57DB854E-C2EF-0379-91BE-54A3EBD22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29268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C8283C"/>
                </a:solidFill>
              </a:defRPr>
            </a:pPr>
            <a:r>
              <a:rPr lang="en-US" sz="3600"/>
              <a:t>Methodology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200">
                <a:solidFill>
                  <a:srgbClr val="282828"/>
                </a:solidFill>
              </a:defRPr>
            </a:pPr>
            <a:r>
              <a:rPr lang="en-US" sz="1900"/>
              <a:t>Steps performed:</a:t>
            </a:r>
          </a:p>
          <a:p>
            <a:pPr>
              <a:lnSpc>
                <a:spcPct val="90000"/>
              </a:lnSpc>
              <a:defRPr sz="2200">
                <a:solidFill>
                  <a:srgbClr val="282828"/>
                </a:solidFill>
              </a:defRPr>
            </a:pPr>
            <a:endParaRPr lang="en-US" sz="1900"/>
          </a:p>
          <a:p>
            <a:pPr>
              <a:lnSpc>
                <a:spcPct val="90000"/>
              </a:lnSpc>
              <a:defRPr sz="2200">
                <a:solidFill>
                  <a:srgbClr val="282828"/>
                </a:solidFill>
              </a:defRPr>
            </a:pPr>
            <a:r>
              <a:rPr lang="en-US" sz="1900"/>
              <a:t>• Imported and cleaned the dataset</a:t>
            </a:r>
          </a:p>
          <a:p>
            <a:pPr>
              <a:lnSpc>
                <a:spcPct val="90000"/>
              </a:lnSpc>
              <a:defRPr sz="2200">
                <a:solidFill>
                  <a:srgbClr val="282828"/>
                </a:solidFill>
              </a:defRPr>
            </a:pPr>
            <a:r>
              <a:rPr lang="en-US" sz="1900"/>
              <a:t>• Extracted time features (year, month, hour) from the date column</a:t>
            </a:r>
          </a:p>
          <a:p>
            <a:pPr>
              <a:lnSpc>
                <a:spcPct val="90000"/>
              </a:lnSpc>
              <a:defRPr sz="2200">
                <a:solidFill>
                  <a:srgbClr val="282828"/>
                </a:solidFill>
              </a:defRPr>
            </a:pPr>
            <a:r>
              <a:rPr lang="en-US" sz="1900"/>
              <a:t>• Conducted trend analysis over the 2015–2020 period</a:t>
            </a:r>
          </a:p>
          <a:p>
            <a:pPr>
              <a:lnSpc>
                <a:spcPct val="90000"/>
              </a:lnSpc>
              <a:defRPr sz="2200">
                <a:solidFill>
                  <a:srgbClr val="282828"/>
                </a:solidFill>
              </a:defRPr>
            </a:pPr>
            <a:r>
              <a:rPr lang="en-US" sz="1900"/>
              <a:t>• Visualized crime types, time-of-day, and monthly patterns</a:t>
            </a:r>
          </a:p>
          <a:p>
            <a:pPr>
              <a:lnSpc>
                <a:spcPct val="90000"/>
              </a:lnSpc>
              <a:defRPr sz="2200">
                <a:solidFill>
                  <a:srgbClr val="282828"/>
                </a:solidFill>
              </a:defRPr>
            </a:pPr>
            <a:r>
              <a:rPr lang="en-US" sz="1900"/>
              <a:t>• Calculated overall arrest rates</a:t>
            </a:r>
          </a:p>
          <a:p>
            <a:pPr>
              <a:lnSpc>
                <a:spcPct val="90000"/>
              </a:lnSpc>
              <a:defRPr sz="2200">
                <a:solidFill>
                  <a:srgbClr val="282828"/>
                </a:solidFill>
              </a:defRPr>
            </a:pPr>
            <a:endParaRPr lang="en-US" sz="1900"/>
          </a:p>
          <a:p>
            <a:pPr>
              <a:lnSpc>
                <a:spcPct val="90000"/>
              </a:lnSpc>
              <a:defRPr sz="2200">
                <a:solidFill>
                  <a:srgbClr val="282828"/>
                </a:solidFill>
              </a:defRPr>
            </a:pPr>
            <a:r>
              <a:rPr lang="en-US" sz="1900"/>
              <a:t>Tools Used:</a:t>
            </a:r>
          </a:p>
          <a:p>
            <a:pPr>
              <a:lnSpc>
                <a:spcPct val="90000"/>
              </a:lnSpc>
              <a:defRPr sz="2200">
                <a:solidFill>
                  <a:srgbClr val="282828"/>
                </a:solidFill>
              </a:defRPr>
            </a:pPr>
            <a:r>
              <a:rPr lang="en-US" sz="1900"/>
              <a:t>Python, Pandas, Matplotlib, Seaborn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9160" y="417576"/>
            <a:ext cx="818223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>
                <a:solidFill>
                  <a:srgbClr val="19379B"/>
                </a:solidFill>
              </a:defRPr>
            </a:pPr>
            <a:r>
              <a:rPr lang="en-US" sz="5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Crimes per Year (2015–2020)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rimes_per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544" y="2633472"/>
            <a:ext cx="5692626" cy="35863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79160" y="457201"/>
            <a:ext cx="8182230" cy="1832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>
                <a:solidFill>
                  <a:srgbClr val="19379B"/>
                </a:solidFill>
              </a:defRPr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10 Crime Types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2343912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op_crim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317" y="3124200"/>
            <a:ext cx="5193079" cy="31028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79160" y="457201"/>
            <a:ext cx="8182230" cy="1832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>
                <a:solidFill>
                  <a:srgbClr val="19379B"/>
                </a:solidFill>
              </a:defRPr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Crimes by Hour of Day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2343912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rimes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237" y="3124200"/>
            <a:ext cx="4867239" cy="3102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79160" y="457201"/>
            <a:ext cx="8182230" cy="1832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>
                <a:solidFill>
                  <a:srgbClr val="19379B"/>
                </a:solidFill>
              </a:defRPr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Crimes by Month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2343912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rimes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237" y="3124200"/>
            <a:ext cx="4867239" cy="3102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9160" y="417576"/>
            <a:ext cx="818223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>
                <a:solidFill>
                  <a:srgbClr val="19379B"/>
                </a:solidFill>
              </a:defRPr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Overall Arrest vs Non-Arrest Rate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rres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204" y="2633472"/>
            <a:ext cx="5715306" cy="35863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C8283C"/>
                </a:solidFill>
              </a:defRPr>
            </a:pPr>
            <a:r>
              <a:rPr lang="en-US" sz="4700"/>
              <a:t>Summary of Insights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lang="en-US" sz="1900"/>
              <a:t>• Crime levels vary across the years 2015–2020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US" sz="1900"/>
              <a:t>• Certain crime types (such as theft and assault-related offenses) appear frequently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US" sz="1900"/>
              <a:t>• Crimes tend to peak during specific hours of the day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US" sz="1900"/>
              <a:t>• Monthly patterns show fluctuations in crime activity throughout the year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US" sz="1900"/>
              <a:t>• Only a portion of reported crimes result in arrests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 lang="en-US" sz="1900"/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US" sz="1900"/>
              <a:t>These patterns provide a high-level picture of how crime evolves over time in Chicago.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C8283C"/>
                </a:solidFill>
              </a:defRPr>
            </a:pPr>
            <a:r>
              <a:rPr lang="en-US" sz="4700"/>
              <a:t>Recommendations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lang="en-US" sz="1900" dirty="0"/>
              <a:t>Based on the analysis, the city could: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 lang="en-US" sz="1900" dirty="0"/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1900" dirty="0"/>
              <a:t>• Allocate more patrol resources during peak crime hours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1900" dirty="0"/>
              <a:t>• Focus prevention programs in areas and times with repeated high activity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1900" dirty="0"/>
              <a:t>• Monitor high-frequency crime types more closely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1900" dirty="0"/>
              <a:t>• Use year-over-year trends to evaluate policy effectiveness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rPr lang="en-US" sz="1900" dirty="0"/>
              <a:t>• Encourage better reporting and follow-up to improve arrest outcomes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3600">
                <a:solidFill>
                  <a:srgbClr val="C8283C"/>
                </a:solidFill>
              </a:defRPr>
            </a:pPr>
            <a:r>
              <a:rPr lang="en-US" sz="3500">
                <a:solidFill>
                  <a:srgbClr val="FFFFFF"/>
                </a:solidFill>
              </a:rPr>
              <a:t>Project &amp; Repository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ECE2F3-C646-383B-31A9-080BC21A12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73984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432</Words>
  <Application>Microsoft Macintosh PowerPoint</Application>
  <PresentationFormat>On-screen Show (4:3)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Chicago Crime (2015–2020)</vt:lpstr>
      <vt:lpstr>Dataset Overview</vt:lpstr>
      <vt:lpstr>Business Problem</vt:lpstr>
      <vt:lpstr>Key Research Questions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Insights</vt:lpstr>
      <vt:lpstr>Recommendations</vt:lpstr>
      <vt:lpstr>Project &amp; Repository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 Dipenkumar Desai (student)</cp:lastModifiedBy>
  <cp:revision>4</cp:revision>
  <dcterms:created xsi:type="dcterms:W3CDTF">2013-01-27T09:14:16Z</dcterms:created>
  <dcterms:modified xsi:type="dcterms:W3CDTF">2025-11-19T13:46:30Z</dcterms:modified>
  <cp:category/>
</cp:coreProperties>
</file>